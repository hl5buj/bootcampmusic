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BootCampMusic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System Overview &amp; Development Report</a:t>
            </a:r>
          </a:p>
          <a:p>
            <a:r>
              <a:t>Waterfall Methodology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Develop a full-stack music streaming platform.</a:t>
            </a:r>
          </a:p>
          <a:p>
            <a:pPr>
              <a:defRPr sz="1800"/>
            </a:pPr>
            <a:r>
              <a:t>Provide seamless user experience with instant playback.</a:t>
            </a:r>
          </a:p>
          <a:p>
            <a:pPr>
              <a:defRPr sz="1800"/>
            </a:pPr>
            <a:r>
              <a:t>Enable administrative management of music assets.</a:t>
            </a:r>
          </a:p>
          <a:p>
            <a:pPr>
              <a:defRPr sz="1800"/>
            </a:pPr>
            <a:r>
              <a:t>Ensure scalability for future cloud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Frontend: Responsive Web Application (React).</a:t>
            </a:r>
          </a:p>
          <a:p>
            <a:pPr>
              <a:defRPr sz="1800"/>
            </a:pPr>
            <a:r>
              <a:t>Backend: RESTful API (Django).</a:t>
            </a:r>
          </a:p>
          <a:p>
            <a:pPr>
              <a:defRPr sz="1800"/>
            </a:pPr>
            <a:r>
              <a:t>Database: Relational Database for structured data.</a:t>
            </a:r>
          </a:p>
          <a:p>
            <a:pPr>
              <a:defRPr sz="1800"/>
            </a:pPr>
            <a:r>
              <a:t>Features: Music Playback, Search, Admin Dashboard, Authentication.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Requirement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User Authentication: Sign up, Login, Logout.</a:t>
            </a:r>
          </a:p>
          <a:p>
            <a:pPr>
              <a:defRPr sz="1800"/>
            </a:pPr>
            <a:r>
              <a:t>Music Discovery: Search by title, artist, genre.</a:t>
            </a:r>
          </a:p>
          <a:p>
            <a:pPr>
              <a:defRPr sz="1800"/>
            </a:pPr>
            <a:r>
              <a:t>Playback: Global player, Hover-to-preview.</a:t>
            </a:r>
          </a:p>
          <a:p>
            <a:pPr>
              <a:defRPr sz="1800"/>
            </a:pPr>
            <a:r>
              <a:t>Admin: Upload, Edit, Delete tracks/artists/albums.</a:t>
            </a:r>
          </a:p>
          <a:p>
            <a:pPr>
              <a:defRPr sz="1800"/>
            </a:pPr>
            <a:r>
              <a:t>Download: Secure file download for authenticated users.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Performance: Instant playback start (&lt;200ms).</a:t>
            </a:r>
          </a:p>
          <a:p>
            <a:pPr>
              <a:defRPr sz="1800"/>
            </a:pPr>
            <a:r>
              <a:t>Usability: Intuitive UI with dark mode aesthetics.</a:t>
            </a:r>
          </a:p>
          <a:p>
            <a:pPr>
              <a:defRPr sz="1800"/>
            </a:pPr>
            <a:r>
              <a:t>Reliability: Error handling for missing files or network issues.</a:t>
            </a:r>
          </a:p>
          <a:p>
            <a:pPr>
              <a:defRPr sz="1800"/>
            </a:pPr>
            <a:r>
              <a:t>Maintainability: Modular code structure (Component-based).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System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Client-Server Architecture.</a:t>
            </a:r>
          </a:p>
          <a:p>
            <a:pPr>
              <a:defRPr sz="1800"/>
            </a:pPr>
            <a:r>
              <a:t>Frontend: React (SPA) communicating via Axios.</a:t>
            </a:r>
          </a:p>
          <a:p>
            <a:pPr>
              <a:defRPr sz="1800"/>
            </a:pPr>
            <a:r>
              <a:t>Backend: Django REST Framework serving JSON APIs.</a:t>
            </a:r>
          </a:p>
          <a:p>
            <a:pPr>
              <a:defRPr sz="1800"/>
            </a:pPr>
            <a:r>
              <a:t>Media Storage: Local file system (Dev) -&gt; S3 (Prod).</a:t>
            </a:r>
          </a:p>
          <a:p>
            <a:pPr>
              <a:defRPr sz="1800"/>
            </a:pPr>
            <a:r>
              <a:t>Database: SQLite (Dev) -&gt; PostgreSQL (Prod).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Frontend: React, TypeScript, Tailwind CSS, Framer Motion.</a:t>
            </a:r>
          </a:p>
          <a:p>
            <a:pPr>
              <a:defRPr sz="1800"/>
            </a:pPr>
            <a:r>
              <a:t>Backend: Python, Django, Django REST Framework.</a:t>
            </a:r>
          </a:p>
          <a:p>
            <a:pPr>
              <a:defRPr sz="1800"/>
            </a:pPr>
            <a:r>
              <a:t>Database: SQLite (Development).</a:t>
            </a:r>
          </a:p>
          <a:p>
            <a:pPr>
              <a:defRPr sz="1800"/>
            </a:pPr>
            <a:r>
              <a:t>Tools: VS Code, Git, Docker (Planned).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Database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 Relationship Diagram (ERD)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Artist: Name, Bio, Image.</a:t>
            </a:r>
          </a:p>
          <a:p>
            <a:pPr>
              <a:defRPr sz="1800"/>
            </a:pPr>
            <a:r>
              <a:t>Album: Title, Release Date, Cover Image, FK(Artist).</a:t>
            </a:r>
          </a:p>
          <a:p>
            <a:pPr>
              <a:defRPr sz="1800"/>
            </a:pPr>
            <a:r>
              <a:t>Track: Title, Duration, File, Preview, Genre, FK(Artist), FK(Album).</a:t>
            </a:r>
          </a:p>
          <a:p>
            <a:pPr>
              <a:defRPr sz="1800"/>
            </a:pPr>
            <a:r>
              <a:t>DownloadLog: User, Track, Timestamp.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Detailed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Navbar: Navigation &amp; Auth state management.</a:t>
            </a:r>
          </a:p>
          <a:p>
            <a:pPr>
              <a:defRPr sz="1800"/>
            </a:pPr>
            <a:r>
              <a:t>TrackCard: Individual track display with Hover-to-Play logic.</a:t>
            </a:r>
          </a:p>
          <a:p>
            <a:pPr>
              <a:defRPr sz="1800"/>
            </a:pPr>
            <a:r>
              <a:t>GlobalPlayer: Persistent footer player with progress/volume control.</a:t>
            </a:r>
          </a:p>
          <a:p>
            <a:pPr>
              <a:defRPr sz="1800"/>
            </a:pPr>
            <a:r>
              <a:t>Pages: Home, Search, Login, Dashboard, Admin(Upload/Manage).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GET /api/music/tracks/: List &amp; Filter tracks.</a:t>
            </a:r>
          </a:p>
          <a:p>
            <a:pPr>
              <a:defRPr sz="1800"/>
            </a:pPr>
            <a:r>
              <a:t>GET /api/music/tracks/{id}/: Track details.</a:t>
            </a:r>
          </a:p>
          <a:p>
            <a:pPr>
              <a:defRPr sz="1800"/>
            </a:pPr>
            <a:r>
              <a:t>POST /api/admin/upload-track/: Admin upload (Multi-part).</a:t>
            </a:r>
          </a:p>
          <a:p>
            <a:pPr>
              <a:defRPr sz="1800"/>
            </a:pPr>
            <a:r>
              <a:t>GET /api/auth/me/: Current user context.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Implementation Highlights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Feature: Instant Playback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Challenge: Latency in starting audio.</a:t>
            </a:r>
          </a:p>
          <a:p>
            <a:pPr>
              <a:defRPr sz="1800"/>
            </a:pPr>
            <a:r>
              <a:t>Solution: Preload='auto' on audio elements.</a:t>
            </a:r>
          </a:p>
          <a:p>
            <a:pPr>
              <a:defRPr sz="1800"/>
            </a:pPr>
            <a:r>
              <a:t>Optimization: Reduced hover delay to 150ms.</a:t>
            </a:r>
          </a:p>
          <a:p>
            <a:pPr>
              <a:defRPr sz="1800"/>
            </a:pPr>
            <a:r>
              <a:t>Result: Snappy, responsive user experience.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Feature: Admin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Complex dependency handling (Artist -&gt; Album -&gt; Track).</a:t>
            </a:r>
          </a:p>
          <a:p>
            <a:pPr>
              <a:defRPr sz="1800"/>
            </a:pPr>
            <a:r>
              <a:t>Unified Upload Form: Creates Artist/Album automatically if missing.</a:t>
            </a:r>
          </a:p>
          <a:p>
            <a:pPr>
              <a:defRPr sz="1800"/>
            </a:pPr>
            <a:r>
              <a:t>Transactional integrity ensuring data consistency.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Testing &amp; Status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Development Phase: Completed.</a:t>
            </a:r>
          </a:p>
          <a:p>
            <a:pPr>
              <a:defRPr sz="1800"/>
            </a:pPr>
            <a:r>
              <a:t>Local Testing: Passed (Functional &amp; UI).</a:t>
            </a:r>
          </a:p>
          <a:p>
            <a:pPr>
              <a:defRPr sz="1800"/>
            </a:pPr>
            <a:r>
              <a:t>Known Issues: Resolved (Playback delay, Admin bugs).</a:t>
            </a:r>
          </a:p>
          <a:p>
            <a:pPr>
              <a:defRPr sz="1800"/>
            </a:pPr>
            <a:r>
              <a:t>Ready for: Containerization &amp; Deployment.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Future Plans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Containerization: Dockerize Frontend &amp; Backend.</a:t>
            </a:r>
          </a:p>
          <a:p>
            <a:pPr>
              <a:defRPr sz="1800"/>
            </a:pPr>
            <a:r>
              <a:t>Orchestration: Docker Compose for local simulation.</a:t>
            </a:r>
          </a:p>
          <a:p>
            <a:pPr>
              <a:defRPr sz="1800"/>
            </a:pPr>
            <a:r>
              <a:t>Cloud Provider: AWS (EC2 or ECS).</a:t>
            </a:r>
          </a:p>
          <a:p>
            <a:pPr>
              <a:defRPr sz="1800"/>
            </a:pPr>
            <a:r>
              <a:t>CI/CD: GitHub Actions for automated testing/deployment.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